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  <p:sldId id="257" r:id="rId3"/>
    <p:sldId id="258" r:id="rId4"/>
    <p:sldId id="268" r:id="rId5"/>
    <p:sldId id="270" r:id="rId6"/>
    <p:sldId id="269" r:id="rId7"/>
    <p:sldId id="259" r:id="rId8"/>
    <p:sldId id="271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205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7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8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2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6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92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9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3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70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57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48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4254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61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07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89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237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83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738" y="1465806"/>
            <a:ext cx="847252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sz="2400" dirty="0"/>
              <a:t>End-to-End Data Analytics Project using Python and MySQL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22EB9B-544A-222C-484A-E0396E4650E2}"/>
              </a:ext>
            </a:extLst>
          </p:cNvPr>
          <p:cNvSpPr txBox="1"/>
          <p:nvPr/>
        </p:nvSpPr>
        <p:spPr>
          <a:xfrm>
            <a:off x="1603130" y="3849272"/>
            <a:ext cx="5760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IN" dirty="0" err="1"/>
              <a:t>Analyzing</a:t>
            </a:r>
            <a:r>
              <a:rPr lang="en-IN" dirty="0"/>
              <a:t> Sales Data using Python (Pandas) and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743200"/>
            <a:ext cx="7955280" cy="1293028"/>
          </a:xfrm>
        </p:spPr>
        <p:txBody>
          <a:bodyPr/>
          <a:lstStyle/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</a:t>
            </a:r>
            <a:r>
              <a:rPr sz="1600" dirty="0"/>
              <a:t>Perform a complete data analysis workflow using Python and </a:t>
            </a:r>
            <a:r>
              <a:rPr lang="en-IN" sz="1600" dirty="0"/>
              <a:t>   </a:t>
            </a:r>
            <a:r>
              <a:rPr sz="1600" dirty="0"/>
              <a:t>MySQL.</a:t>
            </a:r>
            <a:endParaRPr lang="en-IN" sz="1600" dirty="0"/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sz="1600" dirty="0"/>
              <a:t>• Clean, process, and analyze sales data to generate insights.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sz="1600" dirty="0"/>
              <a:t>• Integrate Python (Pandas) and MySQL for data-driven decision 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Python – Data Cleaning &amp; Processing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MySQL – Data Storage &amp; Querying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Libraries – Pandas, </a:t>
            </a:r>
            <a:r>
              <a:rPr dirty="0" err="1"/>
              <a:t>SQLAlchemy</a:t>
            </a:r>
            <a:r>
              <a:rPr dirty="0"/>
              <a:t>, </a:t>
            </a:r>
            <a:r>
              <a:rPr dirty="0" err="1"/>
              <a:t>PyMySQL</a:t>
            </a:r>
            <a:r>
              <a:rPr dirty="0"/>
              <a:t>, </a:t>
            </a:r>
            <a:r>
              <a:rPr dirty="0" err="1"/>
              <a:t>Zipfile</a:t>
            </a:r>
            <a:endParaRPr dirty="0"/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Platform – Kaggle (Data Source)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DB3F1-C7C5-A794-FCB4-689883C83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C40A-A77F-C6C7-1C9E-C0B7DCEB0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CFFF1-208A-B921-8C36-8CE5A957B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915669"/>
            <a:ext cx="7955280" cy="495707"/>
          </a:xfrm>
        </p:spPr>
        <p:txBody>
          <a:bodyPr/>
          <a:lstStyle/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1️⃣ Download dataset from Kaggle using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04B82F-18E0-3510-CE97-07AFB752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066" y="2280101"/>
            <a:ext cx="6102885" cy="495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6A970D-07C9-87AA-8508-D58C92A91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66" y="2814352"/>
            <a:ext cx="5256975" cy="121649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3DF0B0-AFEF-C3A9-5E75-2F56ACA44048}"/>
              </a:ext>
            </a:extLst>
          </p:cNvPr>
          <p:cNvSpPr txBox="1">
            <a:spLocks/>
          </p:cNvSpPr>
          <p:nvPr/>
        </p:nvSpPr>
        <p:spPr>
          <a:xfrm>
            <a:off x="594360" y="4195917"/>
            <a:ext cx="7955280" cy="381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 sz="1800">
                <a:solidFill>
                  <a:srgbClr val="505050"/>
                </a:solidFill>
              </a:defRPr>
            </a:pPr>
            <a:r>
              <a:rPr lang="en-US" sz="1800" dirty="0">
                <a:solidFill>
                  <a:srgbClr val="505050"/>
                </a:solidFill>
              </a:rPr>
              <a:t>2️⃣ Extract and clean data using Pandas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AA9D79-2AC2-C90B-B373-3E7416330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066" y="4697801"/>
            <a:ext cx="7411484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467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2446D-4B3E-0700-ED8D-BDB5AAA47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30F1-268D-AD34-A496-B3039EE13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230151"/>
            <a:ext cx="6377940" cy="1293028"/>
          </a:xfrm>
        </p:spPr>
        <p:txBody>
          <a:bodyPr/>
          <a:lstStyle/>
          <a:p>
            <a:r>
              <a:rPr dirty="0"/>
              <a:t>Project Workflow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66DF14-310E-B321-E27D-92E7C8B5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79" y="1929705"/>
            <a:ext cx="6600108" cy="121649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377ECC-8A8F-78A9-0422-6CE655D2FAEF}"/>
              </a:ext>
            </a:extLst>
          </p:cNvPr>
          <p:cNvSpPr txBox="1">
            <a:spLocks/>
          </p:cNvSpPr>
          <p:nvPr/>
        </p:nvSpPr>
        <p:spPr>
          <a:xfrm>
            <a:off x="336452" y="1446678"/>
            <a:ext cx="7955280" cy="381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 sz="1800">
                <a:solidFill>
                  <a:srgbClr val="505050"/>
                </a:solidFill>
              </a:defRPr>
            </a:pPr>
            <a:r>
              <a:rPr lang="en-US" sz="1800" dirty="0">
                <a:solidFill>
                  <a:srgbClr val="505050"/>
                </a:solidFill>
              </a:rPr>
              <a:t>2️⃣ Extract and clean data using Pandas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8BDE7B-3824-69DA-E79B-75F73C7EA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79" y="3364215"/>
            <a:ext cx="5858693" cy="13051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A477F1-6FB8-970F-F09C-50EA4419C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79" y="4810731"/>
            <a:ext cx="7125694" cy="847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542017-4CE6-3C76-C29A-B5B42FB69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979" y="5798565"/>
            <a:ext cx="8087854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35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30F28-24E7-1CCA-79A5-04854B6FF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D91CA-DDF3-6B0A-C4D7-DE7E8E3F1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230151"/>
            <a:ext cx="6377940" cy="1293028"/>
          </a:xfrm>
        </p:spPr>
        <p:txBody>
          <a:bodyPr/>
          <a:lstStyle/>
          <a:p>
            <a:r>
              <a:rPr dirty="0"/>
              <a:t>Project Workflow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D15940-0DE7-CA2E-741D-45C294554E86}"/>
              </a:ext>
            </a:extLst>
          </p:cNvPr>
          <p:cNvSpPr txBox="1">
            <a:spLocks/>
          </p:cNvSpPr>
          <p:nvPr/>
        </p:nvSpPr>
        <p:spPr>
          <a:xfrm>
            <a:off x="301283" y="1434585"/>
            <a:ext cx="7955280" cy="441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 sz="1800">
                <a:solidFill>
                  <a:srgbClr val="505050"/>
                </a:solidFill>
              </a:defRPr>
            </a:pPr>
            <a:r>
              <a:rPr lang="en-US" sz="1800" dirty="0">
                <a:solidFill>
                  <a:srgbClr val="505050"/>
                </a:solidFill>
              </a:rPr>
              <a:t>3️⃣ Load transformed data into MySQL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1BE04A-F82E-D95C-F6FD-70599AF90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29" y="1969460"/>
            <a:ext cx="4644179" cy="4015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4AA750-D857-3403-4E4A-55F307B1B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29" y="2370974"/>
            <a:ext cx="7498622" cy="23287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FD4F30A-9A67-7462-BB44-89FDBDB88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29" y="4756295"/>
            <a:ext cx="7498622" cy="183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02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200347"/>
            <a:ext cx="6377940" cy="1293028"/>
          </a:xfrm>
        </p:spPr>
        <p:txBody>
          <a:bodyPr/>
          <a:lstStyle/>
          <a:p>
            <a:r>
              <a:rPr dirty="0"/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142" y="1271809"/>
            <a:ext cx="4610686" cy="443132"/>
          </a:xfrm>
        </p:spPr>
        <p:txBody>
          <a:bodyPr/>
          <a:lstStyle/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4️⃣ Analyze with SQL queries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2AA31E7-218E-5CA8-A1AA-F9C9C502E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42" y="1714941"/>
            <a:ext cx="3380350" cy="49427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E51D3D6-70E8-62D7-28B5-5D676FDE1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231" y="1714941"/>
            <a:ext cx="4994031" cy="50013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58187-67D5-E9E0-21AE-FFAD5933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4E67E-C88F-4CF1-EA2A-EB5A0BA7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200347"/>
            <a:ext cx="6377940" cy="1293028"/>
          </a:xfrm>
        </p:spPr>
        <p:txBody>
          <a:bodyPr/>
          <a:lstStyle/>
          <a:p>
            <a:r>
              <a:rPr dirty="0"/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0EEF4-0D35-12DD-C84F-47A1607DB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142" y="1271809"/>
            <a:ext cx="4610686" cy="443132"/>
          </a:xfrm>
        </p:spPr>
        <p:txBody>
          <a:bodyPr/>
          <a:lstStyle/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4️⃣ Analyze with SQL queries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FD21A-D53C-881B-F94D-C977B18B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94" y="1936507"/>
            <a:ext cx="3767212" cy="35547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09C0F3-993D-C201-E686-514BA47E1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369" y="1854445"/>
            <a:ext cx="4751364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38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Handled null values and standardized column names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Derived new columns: discount, </a:t>
            </a:r>
            <a:r>
              <a:rPr dirty="0" err="1"/>
              <a:t>sale_price</a:t>
            </a:r>
            <a:r>
              <a:rPr dirty="0"/>
              <a:t>, profit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Converted </a:t>
            </a:r>
            <a:r>
              <a:rPr dirty="0" err="1"/>
              <a:t>order_date</a:t>
            </a:r>
            <a:r>
              <a:rPr dirty="0"/>
              <a:t> to datetime format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Dropped unnecessary columns for optimized 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Loading Data into MySQL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Created database: </a:t>
            </a:r>
            <a:r>
              <a:rPr dirty="0" err="1"/>
              <a:t>mydatabase</a:t>
            </a:r>
            <a:r>
              <a:rPr dirty="0"/>
              <a:t> and table: </a:t>
            </a:r>
            <a:r>
              <a:rPr dirty="0" err="1"/>
              <a:t>df_orders</a:t>
            </a:r>
            <a:endParaRPr dirty="0"/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Connected using </a:t>
            </a:r>
            <a:r>
              <a:rPr dirty="0" err="1"/>
              <a:t>SQLAlchemy</a:t>
            </a:r>
            <a:r>
              <a:rPr dirty="0"/>
              <a:t> &amp; </a:t>
            </a:r>
            <a:r>
              <a:rPr dirty="0" err="1"/>
              <a:t>PyMySQL</a:t>
            </a:r>
            <a:endParaRPr dirty="0"/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Loaded data using Pandas </a:t>
            </a:r>
            <a:r>
              <a:rPr dirty="0" err="1"/>
              <a:t>to_sql</a:t>
            </a:r>
            <a:r>
              <a:rPr dirty="0"/>
              <a:t>()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Verified successful insertion 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 (Queries)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Top 10 highest revenue-generating products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Top 5 highest selling products by region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Month-over-month sales growth (2022 vs 2023)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Month with highest sales per category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Sub-category with highest profit growth (2023 vs 2022)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SQL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Top-selling products dominate across key regions.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2023 outperformed 2022 in month-over-month growth.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Each category’s peak sales month varies.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• Sub-categories saw strong profit increases.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⚠️ Handling missing and inconsistent data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🔐 Password encoding issues in MySQL connection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🧮 Data type conversion mismatches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💾 Managing large data uploads efficiently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Learnings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💡 Strengthened Python–SQL integration skills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📊 Improved data cleaning and analysis proficiency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🔍 Understood end-to-end project workflow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🚀 Enhanced ability to extract insights from raw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960" y="594360"/>
            <a:ext cx="6377940" cy="1293028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7955280" cy="1874520"/>
          </a:xfrm>
        </p:spPr>
        <p:txBody>
          <a:bodyPr/>
          <a:lstStyle/>
          <a:p>
            <a:endParaRPr dirty="0"/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✔️ Completed a successful end-to-end data analytics project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✔️ Gained real-world experience in analytics workflow</a:t>
            </a:r>
          </a:p>
          <a:p>
            <a:pPr marL="0" indent="0">
              <a:buNone/>
              <a:defRPr sz="1800">
                <a:solidFill>
                  <a:srgbClr val="505050"/>
                </a:solidFill>
              </a:defRPr>
            </a:pPr>
            <a:r>
              <a:rPr dirty="0"/>
              <a:t>✔️ Ready to apply this in professional environments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1" y="1969476"/>
            <a:ext cx="7573107" cy="3552093"/>
          </a:xfrm>
        </p:spPr>
        <p:txBody>
          <a:bodyPr>
            <a:normAutofit/>
          </a:bodyPr>
          <a:lstStyle/>
          <a:p>
            <a:endParaRPr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ctr">
              <a:buNone/>
              <a:defRPr sz="3800" b="1">
                <a:solidFill>
                  <a:srgbClr val="FFFFFF"/>
                </a:solidFill>
              </a:defRPr>
            </a:pPr>
            <a:r>
              <a:rPr lang="en-IN" sz="7200" dirty="0">
                <a:solidFill>
                  <a:schemeClr val="accent6">
                    <a:lumMod val="75000"/>
                  </a:schemeClr>
                </a:solidFill>
              </a:rPr>
              <a:t>Thank</a:t>
            </a:r>
          </a:p>
          <a:p>
            <a:pPr marL="0" indent="0" algn="ctr">
              <a:buNone/>
              <a:defRPr sz="3800" b="1">
                <a:solidFill>
                  <a:srgbClr val="FFFFFF"/>
                </a:solidFill>
              </a:defRPr>
            </a:pPr>
            <a:r>
              <a:rPr lang="en-IN" sz="7200" dirty="0">
                <a:solidFill>
                  <a:schemeClr val="accent6">
                    <a:lumMod val="75000"/>
                  </a:schemeClr>
                </a:solidFill>
              </a:rPr>
              <a:t>               You…!!!</a:t>
            </a:r>
            <a:endParaRPr lang="en-IN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137</TotalTime>
  <Words>381</Words>
  <Application>Microsoft Office PowerPoint</Application>
  <PresentationFormat>On-screen Show (4:3)</PresentationFormat>
  <Paragraphs>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Century Gothic</vt:lpstr>
      <vt:lpstr>Vapor Trail</vt:lpstr>
      <vt:lpstr>PowerPoint Presentation</vt:lpstr>
      <vt:lpstr>Objective of the Project</vt:lpstr>
      <vt:lpstr>Tools and Technologies</vt:lpstr>
      <vt:lpstr>Project Workflow</vt:lpstr>
      <vt:lpstr>Project Workflow</vt:lpstr>
      <vt:lpstr>Project Workflow</vt:lpstr>
      <vt:lpstr>Project Workflow</vt:lpstr>
      <vt:lpstr>Project Workflow</vt:lpstr>
      <vt:lpstr>Data Preparation in Python</vt:lpstr>
      <vt:lpstr>Loading Data into MySQL</vt:lpstr>
      <vt:lpstr>SQL Analysis (Queries)</vt:lpstr>
      <vt:lpstr>Key SQL Insights</vt:lpstr>
      <vt:lpstr>Challenges Faced</vt:lpstr>
      <vt:lpstr>Learnings &amp; Takeaways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Samruddhi Jadhav</cp:lastModifiedBy>
  <cp:revision>3</cp:revision>
  <dcterms:created xsi:type="dcterms:W3CDTF">2013-01-27T09:14:16Z</dcterms:created>
  <dcterms:modified xsi:type="dcterms:W3CDTF">2025-11-06T09:24:28Z</dcterms:modified>
  <cp:category/>
</cp:coreProperties>
</file>